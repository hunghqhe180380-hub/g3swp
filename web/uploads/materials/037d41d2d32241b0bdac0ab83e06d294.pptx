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114b20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a114b20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a114b207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a114b207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a114b207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a114b207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a114b207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a114b20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a114b207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a114b207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SWR302 - LAB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[Class name] - [Group name]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Group composition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[Student 1’s name] - [His/her student code]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[Student 2’s name] - [His/her student code]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[Student 3’s name] - [His/her student code]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[Student 4’s name] - [His/her student code]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[Student 5’s name] - [His/her student code]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Assignment topic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[Name of the software for which you are developing the requirement]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Lab requirement: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Draw 1 context diagram, 1 swimlane diagram, and 1 state-transition diagram of your software.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Present these diagrams in class.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84400"/>
            <a:ext cx="8520600" cy="4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 Diagram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710250"/>
            <a:ext cx="8520600" cy="42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55625"/>
            <a:ext cx="85206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Swimlane Diagram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674300"/>
            <a:ext cx="8520600" cy="43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55625"/>
            <a:ext cx="85206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State-transition Diagram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746225"/>
            <a:ext cx="8520600" cy="42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Thank you</a:t>
            </a:r>
            <a:endParaRPr sz="480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